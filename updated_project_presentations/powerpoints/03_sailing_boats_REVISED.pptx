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f398d182d4798" /><Relationship Type="http://schemas.openxmlformats.org/officeDocument/2006/relationships/extended-properties" Target="/docProps/app.xml" Id="R7fad7e247d4e47e7" /><Relationship Type="http://schemas.openxmlformats.org/officeDocument/2006/relationships/officeDocument" Target="/ppt/presentation.xml" Id="R1bf0e31a390c49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d9c570f774d03"/>
  </p:sldMasterIdLst>
  <p:notesMasterIdLst>
    <p:notesMasterId xmlns:r="http://schemas.openxmlformats.org/officeDocument/2006/relationships" r:id="Re1c9bf362f8d4fbb"/>
  </p:notesMasterIdLst>
  <p:sldIdLst>
    <p:sldId xmlns:r="http://schemas.openxmlformats.org/officeDocument/2006/relationships" id="256" r:id="R4371710a20d44cd5"/>
    <p:sldId xmlns:r="http://schemas.openxmlformats.org/officeDocument/2006/relationships" id="257" r:id="R4b3cef3495614f05"/>
    <p:sldId xmlns:r="http://schemas.openxmlformats.org/officeDocument/2006/relationships" id="258" r:id="R98541321bd184684"/>
    <p:sldId xmlns:r="http://schemas.openxmlformats.org/officeDocument/2006/relationships" id="259" r:id="R3f20e96c89204b43"/>
    <p:sldId xmlns:r="http://schemas.openxmlformats.org/officeDocument/2006/relationships" id="260" r:id="R5d79ed46f4204eb0"/>
    <p:sldId xmlns:r="http://schemas.openxmlformats.org/officeDocument/2006/relationships" id="261" r:id="Ra156777672d6414d"/>
    <p:sldId xmlns:r="http://schemas.openxmlformats.org/officeDocument/2006/relationships" id="262" r:id="Rdc4a73417c73452c"/>
    <p:sldId xmlns:r="http://schemas.openxmlformats.org/officeDocument/2006/relationships" id="263" r:id="R159438e46a044460"/>
    <p:sldId xmlns:r="http://schemas.openxmlformats.org/officeDocument/2006/relationships" id="264" r:id="R2fe88cb6894e4671"/>
    <p:sldId xmlns:r="http://schemas.openxmlformats.org/officeDocument/2006/relationships" id="265" r:id="R4f8999898e114e25"/>
    <p:sldId xmlns:r="http://schemas.openxmlformats.org/officeDocument/2006/relationships" id="266" r:id="R5a43ad7e72574881"/>
    <p:sldId xmlns:r="http://schemas.openxmlformats.org/officeDocument/2006/relationships" id="267" r:id="Rba05d1d056a0448d"/>
    <p:sldId xmlns:r="http://schemas.openxmlformats.org/officeDocument/2006/relationships" id="268" r:id="R6bc930a4e0564878"/>
    <p:sldId xmlns:r="http://schemas.openxmlformats.org/officeDocument/2006/relationships" id="269" r:id="Rec6d591b2eac49b5"/>
    <p:sldId xmlns:r="http://schemas.openxmlformats.org/officeDocument/2006/relationships" id="270" r:id="R008f53a0bc6044a0"/>
    <p:sldId xmlns:r="http://schemas.openxmlformats.org/officeDocument/2006/relationships" id="271" r:id="R6df397cc3d804f58"/>
    <p:sldId xmlns:r="http://schemas.openxmlformats.org/officeDocument/2006/relationships" id="272" r:id="R28ed129914a844df"/>
    <p:sldId xmlns:r="http://schemas.openxmlformats.org/officeDocument/2006/relationships" id="273" r:id="R06cde6d8d68d4861"/>
    <p:sldId xmlns:r="http://schemas.openxmlformats.org/officeDocument/2006/relationships" id="274" r:id="Rd8a9bbd09f844cb0"/>
    <p:sldId xmlns:r="http://schemas.openxmlformats.org/officeDocument/2006/relationships" id="275" r:id="R85c9d2287475453c"/>
    <p:sldId xmlns:r="http://schemas.openxmlformats.org/officeDocument/2006/relationships" id="276" r:id="Rf641398d2afc47cd"/>
    <p:sldId xmlns:r="http://schemas.openxmlformats.org/officeDocument/2006/relationships" id="277" r:id="R7f7b68c69cca4ce1"/>
    <p:sldId xmlns:r="http://schemas.openxmlformats.org/officeDocument/2006/relationships" id="278" r:id="R0fae79a1eb7a4dde"/>
    <p:sldId xmlns:r="http://schemas.openxmlformats.org/officeDocument/2006/relationships" id="279" r:id="Rca4f932761de4a17"/>
    <p:sldId xmlns:r="http://schemas.openxmlformats.org/officeDocument/2006/relationships" id="280" r:id="Rb40d2c17fa00459b"/>
    <p:sldId xmlns:r="http://schemas.openxmlformats.org/officeDocument/2006/relationships" id="281" r:id="R1133ab0340bd476e"/>
    <p:sldId xmlns:r="http://schemas.openxmlformats.org/officeDocument/2006/relationships" id="282" r:id="Rd0b1ca36c59d44db"/>
    <p:sldId xmlns:r="http://schemas.openxmlformats.org/officeDocument/2006/relationships" id="283" r:id="Rc7ca89eade9b4248"/>
    <p:sldId xmlns:r="http://schemas.openxmlformats.org/officeDocument/2006/relationships" id="284" r:id="Rbff1f54f7c1c41c7"/>
    <p:sldId xmlns:r="http://schemas.openxmlformats.org/officeDocument/2006/relationships" id="285" r:id="Rabd872d7440445f6"/>
    <p:sldId xmlns:r="http://schemas.openxmlformats.org/officeDocument/2006/relationships" id="286" r:id="R87ce800c82724a05"/>
    <p:sldId xmlns:r="http://schemas.openxmlformats.org/officeDocument/2006/relationships" id="287" r:id="Ra0b9d9eca4a94afa"/>
    <p:sldId xmlns:r="http://schemas.openxmlformats.org/officeDocument/2006/relationships" id="288" r:id="R47bb3e1f13944726"/>
    <p:sldId xmlns:r="http://schemas.openxmlformats.org/officeDocument/2006/relationships" id="289" r:id="R9f120131612b46a5"/>
    <p:sldId xmlns:r="http://schemas.openxmlformats.org/officeDocument/2006/relationships" id="290" r:id="Ra0ff50a1197a4cae"/>
    <p:sldId xmlns:r="http://schemas.openxmlformats.org/officeDocument/2006/relationships" id="291" r:id="Rf3c6e77e41f84c74"/>
    <p:sldId xmlns:r="http://schemas.openxmlformats.org/officeDocument/2006/relationships" id="292" r:id="R069bad406b454114"/>
    <p:sldId xmlns:r="http://schemas.openxmlformats.org/officeDocument/2006/relationships" id="293" r:id="R644d5e45ccc84082"/>
    <p:sldId xmlns:r="http://schemas.openxmlformats.org/officeDocument/2006/relationships" id="294" r:id="Rd23794a6baab41eb"/>
    <p:sldId xmlns:r="http://schemas.openxmlformats.org/officeDocument/2006/relationships" id="295" r:id="R1951a431c5b3468f"/>
    <p:sldId xmlns:r="http://schemas.openxmlformats.org/officeDocument/2006/relationships" id="296" r:id="R33711400552341f1"/>
    <p:sldId xmlns:r="http://schemas.openxmlformats.org/officeDocument/2006/relationships" id="297" r:id="Rbe53ff7d6b214232"/>
    <p:sldId xmlns:r="http://schemas.openxmlformats.org/officeDocument/2006/relationships" id="298" r:id="R962e3e9026dc4aa2"/>
    <p:sldId xmlns:r="http://schemas.openxmlformats.org/officeDocument/2006/relationships" id="299" r:id="Raf7607f5fe8342dc"/>
    <p:sldId xmlns:r="http://schemas.openxmlformats.org/officeDocument/2006/relationships" id="300" r:id="Ra3bdbc72f5934667"/>
    <p:sldId xmlns:r="http://schemas.openxmlformats.org/officeDocument/2006/relationships" id="301" r:id="R733d26b2d7c54a89"/>
    <p:sldId xmlns:r="http://schemas.openxmlformats.org/officeDocument/2006/relationships" id="302" r:id="R07cda73fc2bf43d9"/>
    <p:sldId xmlns:r="http://schemas.openxmlformats.org/officeDocument/2006/relationships" id="303" r:id="Rf635e9e0232940c2"/>
    <p:sldId xmlns:r="http://schemas.openxmlformats.org/officeDocument/2006/relationships" id="304" r:id="R976f4c2e382e43ea"/>
    <p:sldId xmlns:r="http://schemas.openxmlformats.org/officeDocument/2006/relationships" id="305" r:id="R0454dfc8b5434a86"/>
    <p:sldId xmlns:r="http://schemas.openxmlformats.org/officeDocument/2006/relationships" id="306" r:id="R66b2c8ab59d14161"/>
    <p:sldId xmlns:r="http://schemas.openxmlformats.org/officeDocument/2006/relationships" id="307" r:id="R585c51c6f6c644b8"/>
    <p:sldId xmlns:r="http://schemas.openxmlformats.org/officeDocument/2006/relationships" id="308" r:id="R73aecf50143f4bd5"/>
    <p:sldId xmlns:r="http://schemas.openxmlformats.org/officeDocument/2006/relationships" id="309" r:id="R99c1d76cbf044c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df8334d3004eff" /><Relationship Type="http://schemas.openxmlformats.org/officeDocument/2006/relationships/slideMaster" Target="/ppt/slideMasters/slideMaster1.xml" Id="R323d9c570f774d03" /><Relationship Type="http://schemas.openxmlformats.org/officeDocument/2006/relationships/notesMaster" Target="/ppt/notesMasters/notesMaster1.xml" Id="Re1c9bf362f8d4fbb" /><Relationship Type="http://schemas.openxmlformats.org/officeDocument/2006/relationships/presProps" Target="/ppt/presProps.xml" Id="R1e0bf528562a42e5" /><Relationship Type="http://schemas.openxmlformats.org/officeDocument/2006/relationships/tableStyles" Target="/ppt/tableStyles.xml" Id="Rf7eeb58609f04489" /><Relationship Type="http://schemas.openxmlformats.org/officeDocument/2006/relationships/slide" Target="/ppt/slides/slide1.xml" Id="R4371710a20d44cd5" /><Relationship Type="http://schemas.openxmlformats.org/officeDocument/2006/relationships/slide" Target="/ppt/slides/slide2.xml" Id="R4b3cef3495614f05" /><Relationship Type="http://schemas.openxmlformats.org/officeDocument/2006/relationships/slide" Target="/ppt/slides/slide3.xml" Id="R98541321bd184684" /><Relationship Type="http://schemas.openxmlformats.org/officeDocument/2006/relationships/slide" Target="/ppt/slides/slide4.xml" Id="R3f20e96c89204b43" /><Relationship Type="http://schemas.openxmlformats.org/officeDocument/2006/relationships/slide" Target="/ppt/slides/slide5.xml" Id="R5d79ed46f4204eb0" /><Relationship Type="http://schemas.openxmlformats.org/officeDocument/2006/relationships/slide" Target="/ppt/slides/slide6.xml" Id="Ra156777672d6414d" /><Relationship Type="http://schemas.openxmlformats.org/officeDocument/2006/relationships/slide" Target="/ppt/slides/slide7.xml" Id="Rdc4a73417c73452c" /><Relationship Type="http://schemas.openxmlformats.org/officeDocument/2006/relationships/slide" Target="/ppt/slides/slide8.xml" Id="R159438e46a044460" /><Relationship Type="http://schemas.openxmlformats.org/officeDocument/2006/relationships/slide" Target="/ppt/slides/slide9.xml" Id="R2fe88cb6894e4671" /><Relationship Type="http://schemas.openxmlformats.org/officeDocument/2006/relationships/slide" Target="/ppt/slides/slide10.xml" Id="R4f8999898e114e25" /><Relationship Type="http://schemas.openxmlformats.org/officeDocument/2006/relationships/slide" Target="/ppt/slides/slide11.xml" Id="R5a43ad7e72574881" /><Relationship Type="http://schemas.openxmlformats.org/officeDocument/2006/relationships/slide" Target="/ppt/slides/slide12.xml" Id="Rba05d1d056a0448d" /><Relationship Type="http://schemas.openxmlformats.org/officeDocument/2006/relationships/slide" Target="/ppt/slides/slide13.xml" Id="R6bc930a4e0564878" /><Relationship Type="http://schemas.openxmlformats.org/officeDocument/2006/relationships/slide" Target="/ppt/slides/slide14.xml" Id="Rec6d591b2eac49b5" /><Relationship Type="http://schemas.openxmlformats.org/officeDocument/2006/relationships/slide" Target="/ppt/slides/slide15.xml" Id="R008f53a0bc6044a0" /><Relationship Type="http://schemas.openxmlformats.org/officeDocument/2006/relationships/slide" Target="/ppt/slides/slide16.xml" Id="R6df397cc3d804f58" /><Relationship Type="http://schemas.openxmlformats.org/officeDocument/2006/relationships/slide" Target="/ppt/slides/slide17.xml" Id="R28ed129914a844df" /><Relationship Type="http://schemas.openxmlformats.org/officeDocument/2006/relationships/slide" Target="/ppt/slides/slide18.xml" Id="R06cde6d8d68d4861" /><Relationship Type="http://schemas.openxmlformats.org/officeDocument/2006/relationships/slide" Target="/ppt/slides/slide19.xml" Id="Rd8a9bbd09f844cb0" /><Relationship Type="http://schemas.openxmlformats.org/officeDocument/2006/relationships/slide" Target="/ppt/slides/slide20.xml" Id="R85c9d2287475453c" /><Relationship Type="http://schemas.openxmlformats.org/officeDocument/2006/relationships/slide" Target="/ppt/slides/slide21.xml" Id="Rf641398d2afc47cd" /><Relationship Type="http://schemas.openxmlformats.org/officeDocument/2006/relationships/slide" Target="/ppt/slides/slide22.xml" Id="R7f7b68c69cca4ce1" /><Relationship Type="http://schemas.openxmlformats.org/officeDocument/2006/relationships/slide" Target="/ppt/slides/slide23.xml" Id="R0fae79a1eb7a4dde" /><Relationship Type="http://schemas.openxmlformats.org/officeDocument/2006/relationships/slide" Target="/ppt/slides/slide24.xml" Id="Rca4f932761de4a17" /><Relationship Type="http://schemas.openxmlformats.org/officeDocument/2006/relationships/slide" Target="/ppt/slides/slide25.xml" Id="Rb40d2c17fa00459b" /><Relationship Type="http://schemas.openxmlformats.org/officeDocument/2006/relationships/slide" Target="/ppt/slides/slide26.xml" Id="R1133ab0340bd476e" /><Relationship Type="http://schemas.openxmlformats.org/officeDocument/2006/relationships/slide" Target="/ppt/slides/slide27.xml" Id="Rd0b1ca36c59d44db" /><Relationship Type="http://schemas.openxmlformats.org/officeDocument/2006/relationships/slide" Target="/ppt/slides/slide28.xml" Id="Rc7ca89eade9b4248" /><Relationship Type="http://schemas.openxmlformats.org/officeDocument/2006/relationships/slide" Target="/ppt/slides/slide29.xml" Id="Rbff1f54f7c1c41c7" /><Relationship Type="http://schemas.openxmlformats.org/officeDocument/2006/relationships/slide" Target="/ppt/slides/slide30.xml" Id="Rabd872d7440445f6" /><Relationship Type="http://schemas.openxmlformats.org/officeDocument/2006/relationships/slide" Target="/ppt/slides/slide31.xml" Id="R87ce800c82724a05" /><Relationship Type="http://schemas.openxmlformats.org/officeDocument/2006/relationships/slide" Target="/ppt/slides/slide32.xml" Id="Ra0b9d9eca4a94afa" /><Relationship Type="http://schemas.openxmlformats.org/officeDocument/2006/relationships/slide" Target="/ppt/slides/slide33.xml" Id="R47bb3e1f13944726" /><Relationship Type="http://schemas.openxmlformats.org/officeDocument/2006/relationships/slide" Target="/ppt/slides/slide34.xml" Id="R9f120131612b46a5" /><Relationship Type="http://schemas.openxmlformats.org/officeDocument/2006/relationships/slide" Target="/ppt/slides/slide35.xml" Id="Ra0ff50a1197a4cae" /><Relationship Type="http://schemas.openxmlformats.org/officeDocument/2006/relationships/slide" Target="/ppt/slides/slide36.xml" Id="Rf3c6e77e41f84c74" /><Relationship Type="http://schemas.openxmlformats.org/officeDocument/2006/relationships/slide" Target="/ppt/slides/slide37.xml" Id="R069bad406b454114" /><Relationship Type="http://schemas.openxmlformats.org/officeDocument/2006/relationships/slide" Target="/ppt/slides/slide38.xml" Id="R644d5e45ccc84082" /><Relationship Type="http://schemas.openxmlformats.org/officeDocument/2006/relationships/slide" Target="/ppt/slides/slide39.xml" Id="Rd23794a6baab41eb" /><Relationship Type="http://schemas.openxmlformats.org/officeDocument/2006/relationships/slide" Target="/ppt/slides/slide40.xml" Id="R1951a431c5b3468f" /><Relationship Type="http://schemas.openxmlformats.org/officeDocument/2006/relationships/slide" Target="/ppt/slides/slide41.xml" Id="R33711400552341f1" /><Relationship Type="http://schemas.openxmlformats.org/officeDocument/2006/relationships/slide" Target="/ppt/slides/slide42.xml" Id="Rbe53ff7d6b214232" /><Relationship Type="http://schemas.openxmlformats.org/officeDocument/2006/relationships/slide" Target="/ppt/slides/slide43.xml" Id="R962e3e9026dc4aa2" /><Relationship Type="http://schemas.openxmlformats.org/officeDocument/2006/relationships/slide" Target="/ppt/slides/slide44.xml" Id="Raf7607f5fe8342dc" /><Relationship Type="http://schemas.openxmlformats.org/officeDocument/2006/relationships/slide" Target="/ppt/slides/slide45.xml" Id="Ra3bdbc72f5934667" /><Relationship Type="http://schemas.openxmlformats.org/officeDocument/2006/relationships/slide" Target="/ppt/slides/slide46.xml" Id="R733d26b2d7c54a89" /><Relationship Type="http://schemas.openxmlformats.org/officeDocument/2006/relationships/slide" Target="/ppt/slides/slide47.xml" Id="R07cda73fc2bf43d9" /><Relationship Type="http://schemas.openxmlformats.org/officeDocument/2006/relationships/slide" Target="/ppt/slides/slide48.xml" Id="Rf635e9e0232940c2" /><Relationship Type="http://schemas.openxmlformats.org/officeDocument/2006/relationships/slide" Target="/ppt/slides/slide49.xml" Id="R976f4c2e382e43ea" /><Relationship Type="http://schemas.openxmlformats.org/officeDocument/2006/relationships/slide" Target="/ppt/slides/slide50.xml" Id="R0454dfc8b5434a86" /><Relationship Type="http://schemas.openxmlformats.org/officeDocument/2006/relationships/slide" Target="/ppt/slides/slide51.xml" Id="R66b2c8ab59d14161" /><Relationship Type="http://schemas.openxmlformats.org/officeDocument/2006/relationships/slide" Target="/ppt/slides/slide52.xml" Id="R585c51c6f6c644b8" /><Relationship Type="http://schemas.openxmlformats.org/officeDocument/2006/relationships/slide" Target="/ppt/slides/slide53.xml" Id="R73aecf50143f4bd5" /><Relationship Type="http://schemas.openxmlformats.org/officeDocument/2006/relationships/slide" Target="/ppt/slides/slide54.xml" Id="R99c1d76cbf04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4a564819b49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71b10cdc348f1" /><Relationship Type="http://schemas.openxmlformats.org/officeDocument/2006/relationships/notesMaster" Target="/ppt/notesMasters/notesMaster1.xml" Id="Rd2add982461d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a69d61475e4ad4" /><Relationship Type="http://schemas.openxmlformats.org/officeDocument/2006/relationships/notesMaster" Target="/ppt/notesMasters/notesMaster1.xml" Id="R96d165a9696647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6056f6c5834086" /><Relationship Type="http://schemas.openxmlformats.org/officeDocument/2006/relationships/notesMaster" Target="/ppt/notesMasters/notesMaster1.xml" Id="R85cd266ed29d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529062f27498f" /><Relationship Type="http://schemas.openxmlformats.org/officeDocument/2006/relationships/notesMaster" Target="/ppt/notesMasters/notesMaster1.xml" Id="Rf2da29ba4aba4e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37bf2682a42ab" /><Relationship Type="http://schemas.openxmlformats.org/officeDocument/2006/relationships/notesMaster" Target="/ppt/notesMasters/notesMaster1.xml" Id="Rec1107bd08614b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8f23a0e7f46aa" /><Relationship Type="http://schemas.openxmlformats.org/officeDocument/2006/relationships/notesMaster" Target="/ppt/notesMasters/notesMaster1.xml" Id="R6ba34b850b6d44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8628c32ad04ac9" /><Relationship Type="http://schemas.openxmlformats.org/officeDocument/2006/relationships/notesMaster" Target="/ppt/notesMasters/notesMaster1.xml" Id="R9cc189cc234a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6bd605de34afa" /><Relationship Type="http://schemas.openxmlformats.org/officeDocument/2006/relationships/notesMaster" Target="/ppt/notesMasters/notesMaster1.xml" Id="Rb1c34e5894e042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2cc54587594bbc" /><Relationship Type="http://schemas.openxmlformats.org/officeDocument/2006/relationships/notesMaster" Target="/ppt/notesMasters/notesMaster1.xml" Id="R731258382a4343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c055a6764247a4" /><Relationship Type="http://schemas.openxmlformats.org/officeDocument/2006/relationships/notesMaster" Target="/ppt/notesMasters/notesMaster1.xml" Id="R2df5ce317ff94f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fbcee422f040b4" /><Relationship Type="http://schemas.openxmlformats.org/officeDocument/2006/relationships/notesMaster" Target="/ppt/notesMasters/notesMaster1.xml" Id="Rd4d272a117cb44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594936137a4b7a" /><Relationship Type="http://schemas.openxmlformats.org/officeDocument/2006/relationships/notesMaster" Target="/ppt/notesMasters/notesMaster1.xml" Id="R2ac1b18548424b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ca9b1c9a1048f8" /><Relationship Type="http://schemas.openxmlformats.org/officeDocument/2006/relationships/notesMaster" Target="/ppt/notesMasters/notesMaster1.xml" Id="R42d0fdd00ce544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46b8edc2cb441b" /><Relationship Type="http://schemas.openxmlformats.org/officeDocument/2006/relationships/notesMaster" Target="/ppt/notesMasters/notesMaster1.xml" Id="R39ea70015e0649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a0019068524a01" /><Relationship Type="http://schemas.openxmlformats.org/officeDocument/2006/relationships/notesMaster" Target="/ppt/notesMasters/notesMaster1.xml" Id="Rd7a6b156f67a4f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c33b32a49d4b11" /><Relationship Type="http://schemas.openxmlformats.org/officeDocument/2006/relationships/notesMaster" Target="/ppt/notesMasters/notesMaster1.xml" Id="Rbbba4c394dcf4b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f83cc4ea8a47eb" /><Relationship Type="http://schemas.openxmlformats.org/officeDocument/2006/relationships/notesMaster" Target="/ppt/notesMasters/notesMaster1.xml" Id="R2546fa2a00ba4f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7fc6807f4849fb" /><Relationship Type="http://schemas.openxmlformats.org/officeDocument/2006/relationships/notesMaster" Target="/ppt/notesMasters/notesMaster1.xml" Id="R0f10b20619a540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caa0f53b2742e7" /><Relationship Type="http://schemas.openxmlformats.org/officeDocument/2006/relationships/notesMaster" Target="/ppt/notesMasters/notesMaster1.xml" Id="R2cc89009a51f46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bf0e24a2ca4023" /><Relationship Type="http://schemas.openxmlformats.org/officeDocument/2006/relationships/notesMaster" Target="/ppt/notesMasters/notesMaster1.xml" Id="Re6d8b85d0dbc4a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9a7f7e4421410d" /><Relationship Type="http://schemas.openxmlformats.org/officeDocument/2006/relationships/notesMaster" Target="/ppt/notesMasters/notesMaster1.xml" Id="R6336400ee90946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4d6207a6754f37" /><Relationship Type="http://schemas.openxmlformats.org/officeDocument/2006/relationships/notesMaster" Target="/ppt/notesMasters/notesMaster1.xml" Id="Ra96d469bf0ac4a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6483d6f96d4f45" /><Relationship Type="http://schemas.openxmlformats.org/officeDocument/2006/relationships/notesMaster" Target="/ppt/notesMasters/notesMaster1.xml" Id="R0190d3e310cd43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d5f0953d404b69" /><Relationship Type="http://schemas.openxmlformats.org/officeDocument/2006/relationships/notesMaster" Target="/ppt/notesMasters/notesMaster1.xml" Id="R4f5d51c1fe4f4f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a750e4b9a046a5" /><Relationship Type="http://schemas.openxmlformats.org/officeDocument/2006/relationships/notesMaster" Target="/ppt/notesMasters/notesMaster1.xml" Id="R284fc48af66c4c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2cd00cfa6348af" /><Relationship Type="http://schemas.openxmlformats.org/officeDocument/2006/relationships/notesMaster" Target="/ppt/notesMasters/notesMaster1.xml" Id="Rc79b6c1540044a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d4efdb91e74709" /><Relationship Type="http://schemas.openxmlformats.org/officeDocument/2006/relationships/notesMaster" Target="/ppt/notesMasters/notesMaster1.xml" Id="Rbe9c141c69fa46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3759ebdb934a1b" /><Relationship Type="http://schemas.openxmlformats.org/officeDocument/2006/relationships/notesMaster" Target="/ppt/notesMasters/notesMaster1.xml" Id="R86ba68fa5ac544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dde6603dcd474f" /><Relationship Type="http://schemas.openxmlformats.org/officeDocument/2006/relationships/notesMaster" Target="/ppt/notesMasters/notesMaster1.xml" Id="R12fe8eba88cf4c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60c589e05b4b81" /><Relationship Type="http://schemas.openxmlformats.org/officeDocument/2006/relationships/notesMaster" Target="/ppt/notesMasters/notesMaster1.xml" Id="R303fcb98c8c34a0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ddd29c6537944ee" /><Relationship Type="http://schemas.openxmlformats.org/officeDocument/2006/relationships/notesMaster" Target="/ppt/notesMasters/notesMaster1.xml" Id="R2c268772b4054cd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de766d9c754e9e" /><Relationship Type="http://schemas.openxmlformats.org/officeDocument/2006/relationships/notesMaster" Target="/ppt/notesMasters/notesMaster1.xml" Id="Rbc18eca2767042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9c33566ec64517" /><Relationship Type="http://schemas.openxmlformats.org/officeDocument/2006/relationships/notesMaster" Target="/ppt/notesMasters/notesMaster1.xml" Id="R88be5117bef94fe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7ea37c9d27946b3" /><Relationship Type="http://schemas.openxmlformats.org/officeDocument/2006/relationships/notesMaster" Target="/ppt/notesMasters/notesMaster1.xml" Id="Rc77ad04461a3459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1f1781306b8490d" /><Relationship Type="http://schemas.openxmlformats.org/officeDocument/2006/relationships/notesMaster" Target="/ppt/notesMasters/notesMaster1.xml" Id="R64a6794cf73e433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a679a77404e46f5" /><Relationship Type="http://schemas.openxmlformats.org/officeDocument/2006/relationships/notesMaster" Target="/ppt/notesMasters/notesMaster1.xml" Id="R18e09211b6d74a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3b555be919340de" /><Relationship Type="http://schemas.openxmlformats.org/officeDocument/2006/relationships/notesMaster" Target="/ppt/notesMasters/notesMaster1.xml" Id="R84603ee314834e5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e092d352e749bd" /><Relationship Type="http://schemas.openxmlformats.org/officeDocument/2006/relationships/notesMaster" Target="/ppt/notesMasters/notesMaster1.xml" Id="R02ff78a2cc48454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d12e28a989b401d" /><Relationship Type="http://schemas.openxmlformats.org/officeDocument/2006/relationships/notesMaster" Target="/ppt/notesMasters/notesMaster1.xml" Id="Rcf70a91f78c24ce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b630dce343452b" /><Relationship Type="http://schemas.openxmlformats.org/officeDocument/2006/relationships/notesMaster" Target="/ppt/notesMasters/notesMaster1.xml" Id="Rca12978f7c30493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696867dc4f4667" /><Relationship Type="http://schemas.openxmlformats.org/officeDocument/2006/relationships/notesMaster" Target="/ppt/notesMasters/notesMaster1.xml" Id="R6d92a15d96a2466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50710bce094461e" /><Relationship Type="http://schemas.openxmlformats.org/officeDocument/2006/relationships/notesMaster" Target="/ppt/notesMasters/notesMaster1.xml" Id="Re0647fa47e02479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ee48cc5f30c447f" /><Relationship Type="http://schemas.openxmlformats.org/officeDocument/2006/relationships/notesMaster" Target="/ppt/notesMasters/notesMaster1.xml" Id="Ra3fc16d349fa43f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312297d1e74477d" /><Relationship Type="http://schemas.openxmlformats.org/officeDocument/2006/relationships/notesMaster" Target="/ppt/notesMasters/notesMaster1.xml" Id="R3a2f4f1fcef747a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35afd8ae9564c9b" /><Relationship Type="http://schemas.openxmlformats.org/officeDocument/2006/relationships/notesMaster" Target="/ppt/notesMasters/notesMaster1.xml" Id="Rf3028a1d4fe84c8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8562abfa8b84055" /><Relationship Type="http://schemas.openxmlformats.org/officeDocument/2006/relationships/notesMaster" Target="/ppt/notesMasters/notesMaster1.xml" Id="R804132de707e4df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dc0b0f885c34e4b" /><Relationship Type="http://schemas.openxmlformats.org/officeDocument/2006/relationships/notesMaster" Target="/ppt/notesMasters/notesMaster1.xml" Id="Rbed528578ed94b9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70ef9a3035140e2" /><Relationship Type="http://schemas.openxmlformats.org/officeDocument/2006/relationships/notesMaster" Target="/ppt/notesMasters/notesMaster1.xml" Id="Rc0997c1ce64b456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aefed8e3ced483b" /><Relationship Type="http://schemas.openxmlformats.org/officeDocument/2006/relationships/notesMaster" Target="/ppt/notesMasters/notesMaster1.xml" Id="R1e457bf2a53e4de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d3ff20747754b3b" /><Relationship Type="http://schemas.openxmlformats.org/officeDocument/2006/relationships/notesMaster" Target="/ppt/notesMasters/notesMaster1.xml" Id="Rfe375a0247044eb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0b7b7c48b61416a" /><Relationship Type="http://schemas.openxmlformats.org/officeDocument/2006/relationships/notesMaster" Target="/ppt/notesMasters/notesMaster1.xml" Id="R1ad8e508b5f44f2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91946f893714448" /><Relationship Type="http://schemas.openxmlformats.org/officeDocument/2006/relationships/notesMaster" Target="/ppt/notesMasters/notesMaster1.xml" Id="Ra5f19a93841e493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24e9e2c32434cea" /><Relationship Type="http://schemas.openxmlformats.org/officeDocument/2006/relationships/notesMaster" Target="/ppt/notesMasters/notesMaster1.xml" Id="Rb96512beb283486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467cccd6ac14bd1" /><Relationship Type="http://schemas.openxmlformats.org/officeDocument/2006/relationships/notesMaster" Target="/ppt/notesMasters/notesMaster1.xml" Id="R0d07bb68cf7c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figures/notebook/sailing_boats/cell_008_figure_1.png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8f2e7ffe.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figures/notebook/sailing_boats/cell_009_figure_1.png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e7ce1d5a.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figures/sailing_boats/comparison.png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paired row bootstrap. 1,000 paired resamples. Fitted models remain fixed.</a:t>
            </a:r>
          </a:p>
          <a:p xmlns:a="http://schemas.openxmlformats.org/drawingml/2006/main">
            <a:r>
              <a:t>[{"comparison": "Stacking versus XGBoost", "other": "XGBoost", "advantage": 0.002220548462948835, "ci_low": 2.031796225986099e-05, "ci_high": 0.004734702622031453}, {"comparison": "Stacking versus OLS", "other": "OLS", "advantage": 0.20424510978738536, "ci_low": 0.1742333616915442, "ci_high": 0.23233296883653673}]</a:t>
            </a:r>
          </a:p>
          <a:p xmlns:a="http://schemas.openxmlformats.org/drawingml/2006/main">
            <a:r>
              <a:t>Figure: figures/sailing_boats/ranking_stability.png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figures/notebook/sailing_boats/cell_044_figure_1.png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7eb91fef.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figures/sailing_boats/physical_errors.png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Diagnostics use Stacking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figures/sailing_boats/winner_diagnostics.png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Diagnostics use Stacking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figures/notebook/sailing_boats/cell_016_figure_1.png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6d707cb9.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figures/notebook/sailing_boats/cell_023_figure_1.png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1ec74409.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figures/notebook/sailing_boats/cell_032_figure_1.png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cd1a0c8e.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figures/notebook/sailing_boats/cell_038_figure_1.png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4ac5e662.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figures/notebook/sailing_boats/cell_050_figure_1.png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020061fe.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figures/notebook/sailing_boats/cell_057_figure_1.png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baca06c9.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figures/notebook/sailing_boats/cell_064_figure_1.png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c1f347c4.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figures/notebook/sailing_boats/cell_063_figure_1.png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69fc2389.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Figure: figures/notebook/sailing_boats/cell_065_figure_1.png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Notebook cell ID: dca36775.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Panels: figures/panels/sailing_boats/regression_01.png, figures/panels/sailing_boats/regression_02.png, figures/panels/sailing_boats/regression_03.png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Panels: figures/panels/sailing_boats/regression_04.png, figures/panels/sailing_boats/regression_05.png, figures/panels/sailing_boats/regression_06.png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Panels: figures/panels/sailing_boats/regression_07.png, figures/panels/sailing_boats/regression_08.png, figures/panels/sailing_boats/regression_09.png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Panels: figures/panels/sailing_boats/regression_10.png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  <a:p xmlns:a="http://schemas.openxmlformats.org/drawingml/2006/main">
            <a:r>
              <a:t>{"Stacking": {"RMSE": 0.2446004610158774, "MAE": 0.16933745184173685, "R2": 0.9597583213978413}, "XGBoost": {"RMSE": 0.24682100947882624, "MAE": 0.17199422654751456, "R2": 0.9590243554206033}, "XGBoost (tuned)": {"RMSE": 0.24682100947882624, "MAE": 0.17199422654751456, "R2": 0.9590243554206033}, "LightGBM": {"RMSE": 0.24807432584775257, "MAE": 0.17157630637963336, "R2": 0.9586071637607116}, "LightGBM (tuned)": {"RMSE": 0.24903434280815648, "MAE": 0.17219038332792794, "R2": 0.9582861735500026}, "CatBoost": {"RMSE": 0.24970354900677919, "MAE": 0.17409666099244372, "R2": 0.9580616851700229}, "CatBoost (tuned)": {"RMSE": 0.2497125219104879, "MAE": 0.17410745189088742, "R2": 0.9580586710741212}, "RandomForest": {"RMSE": 0.2542315411422066, "MAE": 0.17300536424449772, "R2": 0.9565269204413807}, "MLP": {"RMSE": 0.26340704440778595, "MAE": 0.1817235223699488, "R2": 0.9533323087140334}, "MLP (tuned)": {"RMSE": 0.26340704440778595, "MAE": 0.1817235223699488, "R2": 0.9533323087140334}, "RandomForest (tuned)": {"RMSE": 0.26364310304488536, "MAE": 0.18207653969311935, "R2": 0.9532486264579703}, "KNN (tuned)": {"RMSE": 0.2858497167322371, "MAE": 0.1931268468149899, "R2": 0.945041220691632}, "KNN": {"RMSE": 0.2869346659851518, "MAE": 0.1930389499845721, "R2": 0.9446232343036014}, "LinearRegression": {"RMSE": 0.44884557080326276, "MAE": 0.3106852655859412, "R2": 0.8644949647442559}, "Ridge": {"RMSE": 0.4489247133925313, "MAE": 0.3107030741334147, "R2": 0.8644471747446684}, "ElasticNet": {"RMSE": 0.464141983608828, "MAE": 0.3187572336902306, "R2": 0.8551017122067692}, "Lasso": {"RMSE": 0.47818258518604545, "MAE": 0.327173408904206, "R2": 0.8462025776002552}}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sailing_boats_tutorial.ipynb.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run_results/sailing_boats_tutorial/results.json.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3233d63414a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6969f1a8542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469be94cd4c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6559c967e4f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02bbe54b34b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00ee052a6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87819A-DC10-46E0-A673-4266E8CDB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EF54C5-2989-4FC6-8782-A5197747DF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ECB421-000C-4A61-9999-C1992D15E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5BD78-58FD-49C0-A0BB-E31FCD35B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CC7DA3-85FB-48FB-9635-B243C7034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ADC0C4-ABEC-444B-A12F-C59818568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7391B9-0D68-4835-B0EA-A23FC01AC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EEBFC4-8B2D-492C-8DAD-D0801DDC8E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993FD-E834-4566-AD4B-FEF2E4CAF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6BEAB6-5AC2-40E8-84CB-746D30E83B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76a2c35f14d29" /><Relationship Type="http://schemas.openxmlformats.org/officeDocument/2006/relationships/slideLayout" Target="/ppt/slideLayouts/slideLayout1.xml" Id="R6a78ead66fda4273" /><Relationship Type="http://schemas.openxmlformats.org/officeDocument/2006/relationships/slideLayout" Target="/ppt/slideLayouts/slideLayout2.xml" Id="R55361ff00add49a2" /><Relationship Type="http://schemas.openxmlformats.org/officeDocument/2006/relationships/slideLayout" Target="/ppt/slideLayouts/slideLayout3.xml" Id="R8d38ca48ad63476a" /><Relationship Type="http://schemas.openxmlformats.org/officeDocument/2006/relationships/slideLayout" Target="/ppt/slideLayouts/slideLayout4.xml" Id="Rdca2c25c81744002" /><Relationship Type="http://schemas.openxmlformats.org/officeDocument/2006/relationships/slideLayout" Target="/ppt/slideLayouts/slideLayout5.xml" Id="R470e86aad82a4429" /><Relationship Type="http://schemas.openxmlformats.org/officeDocument/2006/relationships/slideLayout" Target="/ppt/slideLayouts/slideLayout6.xml" Id="R5df6f83752f443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78ead66fda4273"/>
    <p:sldLayoutId xmlns:r="http://schemas.openxmlformats.org/officeDocument/2006/relationships" id="2147483650" r:id="R55361ff00add49a2"/>
    <p:sldLayoutId xmlns:r="http://schemas.openxmlformats.org/officeDocument/2006/relationships" id="2147483651" r:id="R8d38ca48ad63476a"/>
    <p:sldLayoutId xmlns:r="http://schemas.openxmlformats.org/officeDocument/2006/relationships" id="2147483652" r:id="Rdca2c25c81744002"/>
    <p:sldLayoutId xmlns:r="http://schemas.openxmlformats.org/officeDocument/2006/relationships" id="2147483653" r:id="R470e86aad82a4429"/>
    <p:sldLayoutId xmlns:r="http://schemas.openxmlformats.org/officeDocument/2006/relationships" id="2147483654" r:id="R5df6f83752f443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f2e38581746e3" /><Relationship Type="http://schemas.openxmlformats.org/officeDocument/2006/relationships/notesSlide" Target="/ppt/notesSlides/notesSlide1.xml" Id="Rcd1fa574f3d5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a333d236944d9" /><Relationship Type="http://schemas.openxmlformats.org/officeDocument/2006/relationships/notesSlide" Target="/ppt/notesSlides/notesSlide2.xml" Id="R6186ca39b1db4b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a63d03f5740ef" /><Relationship Type="http://schemas.openxmlformats.org/officeDocument/2006/relationships/notesSlide" Target="/ppt/notesSlides/notesSlide3.xml" Id="Rd1df659bc8a3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97ecf35334fc2" /><Relationship Type="http://schemas.openxmlformats.org/officeDocument/2006/relationships/notesSlide" Target="/ppt/notesSlides/notesSlide4.xml" Id="R57de65b84084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0373e9b434bd6" /><Relationship Type="http://schemas.openxmlformats.org/officeDocument/2006/relationships/notesSlide" Target="/ppt/notesSlides/notesSlide5.xml" Id="R00bb3b50241341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297cc2744481c" /><Relationship Type="http://schemas.openxmlformats.org/officeDocument/2006/relationships/image" Target="/ppt/media/image.png" Id="R964fc03883f34a1d" /><Relationship Type="http://schemas.openxmlformats.org/officeDocument/2006/relationships/notesSlide" Target="/ppt/notesSlides/notesSlide6.xml" Id="R0b947747f43444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a3d621381476b" /><Relationship Type="http://schemas.openxmlformats.org/officeDocument/2006/relationships/image" Target="/ppt/media/image2.png" Id="Rf45aee00598c4617" /><Relationship Type="http://schemas.openxmlformats.org/officeDocument/2006/relationships/notesSlide" Target="/ppt/notesSlides/notesSlide7.xml" Id="Rfeb3edfa2aee45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50f06885f4b87" /><Relationship Type="http://schemas.openxmlformats.org/officeDocument/2006/relationships/notesSlide" Target="/ppt/notesSlides/notesSlide8.xml" Id="R37cef23b33b346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7c26ae0c04b62" /><Relationship Type="http://schemas.openxmlformats.org/officeDocument/2006/relationships/notesSlide" Target="/ppt/notesSlides/notesSlide9.xml" Id="R8058ed3f924641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b623bba554847" /><Relationship Type="http://schemas.openxmlformats.org/officeDocument/2006/relationships/notesSlide" Target="/ppt/notesSlides/notesSlide10.xml" Id="Rfc6cebdb473c40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d89fafd2d40e8" /><Relationship Type="http://schemas.openxmlformats.org/officeDocument/2006/relationships/notesSlide" Target="/ppt/notesSlides/notesSlide11.xml" Id="Rcdff766c5f604a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deed077ac4347" /><Relationship Type="http://schemas.openxmlformats.org/officeDocument/2006/relationships/notesSlide" Target="/ppt/notesSlides/notesSlide12.xml" Id="R3e904b3afeeb49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d78e0d13a4061" /><Relationship Type="http://schemas.openxmlformats.org/officeDocument/2006/relationships/notesSlide" Target="/ppt/notesSlides/notesSlide13.xml" Id="Ra196f3b004a34b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35a1a7e154e15" /><Relationship Type="http://schemas.openxmlformats.org/officeDocument/2006/relationships/notesSlide" Target="/ppt/notesSlides/notesSlide14.xml" Id="Rf99f066197374e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709d4d7634e5b" /><Relationship Type="http://schemas.openxmlformats.org/officeDocument/2006/relationships/notesSlide" Target="/ppt/notesSlides/notesSlide15.xml" Id="Rcea297ea391249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b5222167f4ccb" /><Relationship Type="http://schemas.openxmlformats.org/officeDocument/2006/relationships/image" Target="/ppt/media/image3.png" Id="R2bb5e3faae53415b" /><Relationship Type="http://schemas.openxmlformats.org/officeDocument/2006/relationships/notesSlide" Target="/ppt/notesSlides/notesSlide16.xml" Id="Rcfc6da76549440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85b6e6bfe4b39" /><Relationship Type="http://schemas.openxmlformats.org/officeDocument/2006/relationships/image" Target="/ppt/media/image4.png" Id="R6963292cc17b4ffd" /><Relationship Type="http://schemas.openxmlformats.org/officeDocument/2006/relationships/notesSlide" Target="/ppt/notesSlides/notesSlide17.xml" Id="R4c3cba5458a044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916809f744d5a" /><Relationship Type="http://schemas.openxmlformats.org/officeDocument/2006/relationships/image" Target="/ppt/media/image5.png" Id="R072dd7fd3c2c4461" /><Relationship Type="http://schemas.openxmlformats.org/officeDocument/2006/relationships/notesSlide" Target="/ppt/notesSlides/notesSlide18.xml" Id="Rf690aaf531ed43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e07f0a4d04bb3" /><Relationship Type="http://schemas.openxmlformats.org/officeDocument/2006/relationships/image" Target="/ppt/media/image6.png" Id="R0f235d01275f4afe" /><Relationship Type="http://schemas.openxmlformats.org/officeDocument/2006/relationships/notesSlide" Target="/ppt/notesSlides/notesSlide19.xml" Id="Ra9aa02ec72c54a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84001affe4766" /><Relationship Type="http://schemas.openxmlformats.org/officeDocument/2006/relationships/image" Target="/ppt/media/image7.png" Id="R22c45249fe4a4cb8" /><Relationship Type="http://schemas.openxmlformats.org/officeDocument/2006/relationships/notesSlide" Target="/ppt/notesSlides/notesSlide20.xml" Id="R04df943b163a4c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9930cc4f147b4" /><Relationship Type="http://schemas.openxmlformats.org/officeDocument/2006/relationships/notesSlide" Target="/ppt/notesSlides/notesSlide21.xml" Id="Rb64d8fb9dd5644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729d9214149ed" /><Relationship Type="http://schemas.openxmlformats.org/officeDocument/2006/relationships/notesSlide" Target="/ppt/notesSlides/notesSlide22.xml" Id="Rac82256ba3a04a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a8cf8a1414ea5" /><Relationship Type="http://schemas.openxmlformats.org/officeDocument/2006/relationships/notesSlide" Target="/ppt/notesSlides/notesSlide23.xml" Id="R22313015e37a46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e6585cf99448f" /><Relationship Type="http://schemas.openxmlformats.org/officeDocument/2006/relationships/notesSlide" Target="/ppt/notesSlides/notesSlide24.xml" Id="Rffe6d214b2854f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c09951378467c" /><Relationship Type="http://schemas.openxmlformats.org/officeDocument/2006/relationships/notesSlide" Target="/ppt/notesSlides/notesSlide25.xml" Id="R26cc7a154d1446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170bbf0a34029" /><Relationship Type="http://schemas.openxmlformats.org/officeDocument/2006/relationships/notesSlide" Target="/ppt/notesSlides/notesSlide26.xml" Id="Rc6f952d3d04247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00f9b1457457d" /><Relationship Type="http://schemas.openxmlformats.org/officeDocument/2006/relationships/notesSlide" Target="/ppt/notesSlides/notesSlide27.xml" Id="R94ce35e529ce4f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bf1671199463d" /><Relationship Type="http://schemas.openxmlformats.org/officeDocument/2006/relationships/notesSlide" Target="/ppt/notesSlides/notesSlide28.xml" Id="R1aa12a06e78d4be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636cb59ce4b8b" /><Relationship Type="http://schemas.openxmlformats.org/officeDocument/2006/relationships/notesSlide" Target="/ppt/notesSlides/notesSlide29.xml" Id="Rd09768ea45e249a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fda62090641bb" /><Relationship Type="http://schemas.openxmlformats.org/officeDocument/2006/relationships/image" Target="/ppt/media/image8.png" Id="R5e5e1342e3be4a9c" /><Relationship Type="http://schemas.openxmlformats.org/officeDocument/2006/relationships/notesSlide" Target="/ppt/notesSlides/notesSlide30.xml" Id="R22e090b75ac64c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1e7af9d834e24" /><Relationship Type="http://schemas.openxmlformats.org/officeDocument/2006/relationships/image" Target="/ppt/media/image9.png" Id="Rd5783a1c0783473f" /><Relationship Type="http://schemas.openxmlformats.org/officeDocument/2006/relationships/notesSlide" Target="/ppt/notesSlides/notesSlide31.xml" Id="Rd69b51f286a340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5b12c2ade491e" /><Relationship Type="http://schemas.openxmlformats.org/officeDocument/2006/relationships/image" Target="/ppt/media/image10.png" Id="R2322df02f8214ca4" /><Relationship Type="http://schemas.openxmlformats.org/officeDocument/2006/relationships/notesSlide" Target="/ppt/notesSlides/notesSlide32.xml" Id="R5042a2600524443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e7c4a003e4b83" /><Relationship Type="http://schemas.openxmlformats.org/officeDocument/2006/relationships/image" Target="/ppt/media/image11.png" Id="R35cd9ff22ff649df" /><Relationship Type="http://schemas.openxmlformats.org/officeDocument/2006/relationships/notesSlide" Target="/ppt/notesSlides/notesSlide33.xml" Id="R97690e32c2464db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70692071445eb" /><Relationship Type="http://schemas.openxmlformats.org/officeDocument/2006/relationships/image" Target="/ppt/media/image12.png" Id="Rdbc053894c7b40fb" /><Relationship Type="http://schemas.openxmlformats.org/officeDocument/2006/relationships/notesSlide" Target="/ppt/notesSlides/notesSlide34.xml" Id="Rf3263b3ec68e4c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ed8fd08904b2a" /><Relationship Type="http://schemas.openxmlformats.org/officeDocument/2006/relationships/image" Target="/ppt/media/image13.png" Id="Ra056c7457379403b" /><Relationship Type="http://schemas.openxmlformats.org/officeDocument/2006/relationships/notesSlide" Target="/ppt/notesSlides/notesSlide35.xml" Id="R9a02cfcb78174f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b8fa5930f478f" /><Relationship Type="http://schemas.openxmlformats.org/officeDocument/2006/relationships/notesSlide" Target="/ppt/notesSlides/notesSlide36.xml" Id="R349eadab93584ac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a7e372d534be6" /><Relationship Type="http://schemas.openxmlformats.org/officeDocument/2006/relationships/notesSlide" Target="/ppt/notesSlides/notesSlide37.xml" Id="R8151d5a14d604e3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897e8661643d1" /><Relationship Type="http://schemas.openxmlformats.org/officeDocument/2006/relationships/notesSlide" Target="/ppt/notesSlides/notesSlide38.xml" Id="R5f45044502dd4a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ddaf6d9eb44bc" /><Relationship Type="http://schemas.openxmlformats.org/officeDocument/2006/relationships/notesSlide" Target="/ppt/notesSlides/notesSlide39.xml" Id="R1079a4663ac441d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b00fa377c4e94" /><Relationship Type="http://schemas.openxmlformats.org/officeDocument/2006/relationships/notesSlide" Target="/ppt/notesSlides/notesSlide40.xml" Id="Rdd800d687fb2484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0178457c04def" /><Relationship Type="http://schemas.openxmlformats.org/officeDocument/2006/relationships/notesSlide" Target="/ppt/notesSlides/notesSlide41.xml" Id="R87893d07ff304a0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19a6ece754c38" /><Relationship Type="http://schemas.openxmlformats.org/officeDocument/2006/relationships/image" Target="/ppt/media/image14.png" Id="R430136ee212c4534" /><Relationship Type="http://schemas.openxmlformats.org/officeDocument/2006/relationships/notesSlide" Target="/ppt/notesSlides/notesSlide42.xml" Id="R395e147fe99b481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0cff38cbb411e" /><Relationship Type="http://schemas.openxmlformats.org/officeDocument/2006/relationships/image" Target="/ppt/media/image15.png" Id="Rf909c69f6cc0404e" /><Relationship Type="http://schemas.openxmlformats.org/officeDocument/2006/relationships/notesSlide" Target="/ppt/notesSlides/notesSlide43.xml" Id="Rfd9eb055ea4844f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a1975cbdd4aec" /><Relationship Type="http://schemas.openxmlformats.org/officeDocument/2006/relationships/image" Target="/ppt/media/image16.png" Id="R669a3298611f4ada" /><Relationship Type="http://schemas.openxmlformats.org/officeDocument/2006/relationships/notesSlide" Target="/ppt/notesSlides/notesSlide44.xml" Id="R8b0f37bb5e9a454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e517747e741ab" /><Relationship Type="http://schemas.openxmlformats.org/officeDocument/2006/relationships/image" Target="/ppt/media/image17.png" Id="Rcb08514273d94c60" /><Relationship Type="http://schemas.openxmlformats.org/officeDocument/2006/relationships/image" Target="/ppt/media/image18.png" Id="R71b0cf82445e4c68" /><Relationship Type="http://schemas.openxmlformats.org/officeDocument/2006/relationships/image" Target="/ppt/media/image19.png" Id="R342c6e51e2474288" /><Relationship Type="http://schemas.openxmlformats.org/officeDocument/2006/relationships/notesSlide" Target="/ppt/notesSlides/notesSlide45.xml" Id="R91162ae5d5e6451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5dc472ebe4483" /><Relationship Type="http://schemas.openxmlformats.org/officeDocument/2006/relationships/image" Target="/ppt/media/image20.png" Id="Rc5b1a048224941f4" /><Relationship Type="http://schemas.openxmlformats.org/officeDocument/2006/relationships/image" Target="/ppt/media/image21.png" Id="R2749af3f43c6456b" /><Relationship Type="http://schemas.openxmlformats.org/officeDocument/2006/relationships/image" Target="/ppt/media/image22.png" Id="Rf71b5d3b1a694330" /><Relationship Type="http://schemas.openxmlformats.org/officeDocument/2006/relationships/notesSlide" Target="/ppt/notesSlides/notesSlide46.xml" Id="R9a05807d041c498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50ab8b6124f52" /><Relationship Type="http://schemas.openxmlformats.org/officeDocument/2006/relationships/image" Target="/ppt/media/image23.png" Id="Re3c14cab20894779" /><Relationship Type="http://schemas.openxmlformats.org/officeDocument/2006/relationships/image" Target="/ppt/media/image24.png" Id="Rb662707d532b40b0" /><Relationship Type="http://schemas.openxmlformats.org/officeDocument/2006/relationships/image" Target="/ppt/media/image25.png" Id="Re0593ad84e1c458b" /><Relationship Type="http://schemas.openxmlformats.org/officeDocument/2006/relationships/notesSlide" Target="/ppt/notesSlides/notesSlide47.xml" Id="Ra6788d3df0a54a8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d78adef7a43a4" /><Relationship Type="http://schemas.openxmlformats.org/officeDocument/2006/relationships/image" Target="/ppt/media/image26.png" Id="Rff1aac9aaa7549ce" /><Relationship Type="http://schemas.openxmlformats.org/officeDocument/2006/relationships/notesSlide" Target="/ppt/notesSlides/notesSlide48.xml" Id="Ra89a66d5f7d545d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0a91ffe4047e7" /><Relationship Type="http://schemas.openxmlformats.org/officeDocument/2006/relationships/notesSlide" Target="/ppt/notesSlides/notesSlide49.xml" Id="R727c6feef78e4ab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454f3e3a84ea3" /><Relationship Type="http://schemas.openxmlformats.org/officeDocument/2006/relationships/notesSlide" Target="/ppt/notesSlides/notesSlide50.xml" Id="Rf429aadaab6e4bd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39f3986264308" /><Relationship Type="http://schemas.openxmlformats.org/officeDocument/2006/relationships/notesSlide" Target="/ppt/notesSlides/notesSlide51.xml" Id="Rebbda4d7f03e481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d78eca25d4c22" /><Relationship Type="http://schemas.openxmlformats.org/officeDocument/2006/relationships/notesSlide" Target="/ppt/notesSlides/notesSlide52.xml" Id="Re2fe1a07a36546c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36ed1abdb4d58" /><Relationship Type="http://schemas.openxmlformats.org/officeDocument/2006/relationships/notesSlide" Target="/ppt/notesSlides/notesSlide53.xml" Id="R4ce3363c5580407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48368dd554f7f" /><Relationship Type="http://schemas.openxmlformats.org/officeDocument/2006/relationships/notesSlide" Target="/ppt/notesSlides/notesSlide54.xml" Id="Rf419de54744343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1F67914-6A8A-4EC6-BC38-CF12A908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98CE97-C503-4274-89EE-DA915294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BBA0DC-2E78-4D63-A69A-49B0B391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Estimating displacement from boat dimensions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450FF48-776C-4FE2-A487-CAC4136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689134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3B2BB0B-D3D0-4A7A-BF81-61178A9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A92041-BFAC-4832-87CC-91836C7D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E97C2F-4AE8-4A48-93D3-3B84328A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C5D5EF9-D259-476F-80A0-CF57A5C4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A50630-1269-428B-8E04-19F1B2D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0.2446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763463-5783-47C8-9211-07BC3004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2B017A-76C9-4E72-8276-AAA9BC8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score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43E4E8E-8C8E-4858-972C-419478B0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reaches RMSE 0.2446 in log-displacement units.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D6909BF-DF39-46D1-817D-5C39AFBE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0246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Physical error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228DEC4-0D4F-47B1-8A41-5F840DAE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4101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Median absolute percentage error is 12.1%. Mean absolute error is about 874 kg.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33CF99F-24F6-419E-AB07-DCA87797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3533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Model choice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9A8E795-0047-47E5-A777-073AF172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7388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improvement over XGBoost is small. Validate on unseen design families before accepting the ensemble cost.</a:t>
            </a:r>
          </a:p>
        </p:txBody>
      </p:sp>
    </p:spTree>
    <p:extLst>
      <p:ext uri="{BB962C8B-B14F-4D97-AF65-F5344CB8AC3E}">
        <p14:creationId xmlns:p14="http://schemas.microsoft.com/office/powerpoint/2010/main" val="199617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3E4A59C-9FE5-4438-AB78-3D4AEB3F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0CEF51-F596-435C-A2FF-93B6528E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7BF6AF-A277-4AFE-91A4-E80AE4D4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FB2A97-06F0-4586-B8A4-4BC3F94F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BD938A-A504-47CA-B31F-5EF2797C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C32EAA-6985-4244-8BC6-DF4E8935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Estimate sailboat displacement from hull dimensions, sail area, build year, hull type and rigging type.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1F6480-DF72-4841-A334-D72C5135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958237-7BAE-47DD-B2C4-ACE0C182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boat design. Models predict ln(1 + displacement in kilograms).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877E538-B7D5-4F34-8822-FEB5A476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02FE785-59E4-40AE-BDD1-B90D9F19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for model ranking, MAE for typical error, and R² for explained variation.</a:t>
            </a:r>
          </a:p>
        </p:txBody>
      </p:sp>
    </p:spTree>
    <p:extLst>
      <p:ext uri="{BB962C8B-B14F-4D97-AF65-F5344CB8AC3E}">
        <p14:creationId xmlns:p14="http://schemas.microsoft.com/office/powerpoint/2010/main" val="1907846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3E1126D-A8C1-4E47-A5D2-46697FFD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AEBF7E-23F6-4BD0-A2F2-C747197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D20FB8-3ED0-4ABE-B135-1EABCF7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20137C-661D-4C58-B20E-80E8FA4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632E5-185D-48DE-8B12-8483AB2B1B3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8,777 source boat models, 7,458 retained after cleaning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numeric design features and 2 design categories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log of 1 + displacement in kilograms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cleaned records. Small craft and large yachts share one prediction task.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468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94C42F5-6C1F-4A5D-9D74-789A7BF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1189EF-CFC7-4FC4-AB40-A1028644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F810BB1-7CBA-404C-B10E-23C372EE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86E0E0-A1E9-4DA0-AFCE-D9DBFFD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C86EA-8CB5-49F8-9AA8-71FCBA7046E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Extract metric measurements from fields containing imperial and metric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duplicates and rows missing required measurements. Retain 7,458 of 8,777 records.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Categories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infrequent hull and rigging labels. Encode them or pass categories to CatBoost.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ratios calculated directly from the displacement target.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93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11C5307-04C0-4E20-BC6F-4783930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CD2A72-5620-4C27-BA64-5D3A9A3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Displacement distribution and target transformation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4F221E-F4CD-4513-BB74-EF38ACC9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24E7E8-462C-4A91-BC7E-AD6870A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FA44F-1143-4436-90AB-B4A77D440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fc03883f34a1d"/>
          <a:stretch xmlns:a="http://schemas.openxmlformats.org/drawingml/2006/main"/>
        </p:blipFill>
        <p:spPr>
          <a:xfrm xmlns:a="http://schemas.openxmlformats.org/drawingml/2006/main">
            <a:off x="514350" y="1951874"/>
            <a:ext cx="11163300" cy="39067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28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0997C07-6A40-462A-B519-A7E3A4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17E0F8-6F64-4DAB-B7C6-64B3EA7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correlations and hull types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667F8F-F178-4BC0-8D99-5C834DA9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F9BCF8-FD1F-4951-8682-705D7D0A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08A3A-17AD-4C69-9720-352A53441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aee00598c4617"/>
          <a:stretch xmlns:a="http://schemas.openxmlformats.org/drawingml/2006/main"/>
        </p:blipFill>
        <p:spPr>
          <a:xfrm xmlns:a="http://schemas.openxmlformats.org/drawingml/2006/main">
            <a:off x="514350" y="2083592"/>
            <a:ext cx="11163300" cy="3643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75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7A8E58F-5AC4-4D24-84C6-5DBA90B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E41B53-24A3-4A2C-A607-A9419F1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225343-0C72-4B46-826A-775F499A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77CAAA-F3D0-49D0-ADE1-D7B9D6C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77472F5-08C7-45D1-9D02-5A1F4FC8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Boat sizes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1576099-61D1-4175-BEB9-4AFFA45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Displacement ranges from 14 to 197,000 kg, so errors in kilograms would be dominated by the largest vessels.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CAE3895-0821-4CAD-B7A5-DC3B7FEE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Target transform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F533372-ED40-44DA-B4BF-5914654A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log transform makes proportional errors more comparable across boat sizes.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18EEBE-F13F-4109-8108-A01B987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Related dimensions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8CB0FE0-971A-4446-B38E-7867EF00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Length, waterline length, beam and draft overlap. Their linear coefficients describe conditional associations.</a:t>
            </a:r>
          </a:p>
        </p:txBody>
      </p:sp>
    </p:spTree>
    <p:extLst>
      <p:ext uri="{BB962C8B-B14F-4D97-AF65-F5344CB8AC3E}">
        <p14:creationId xmlns:p14="http://schemas.microsoft.com/office/powerpoint/2010/main" val="1623650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F92BEC4-B7F4-4B00-81FE-0B7B5777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5BD07A-6CBE-46A6-BD4F-A5420A9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EE8EA1-C576-4E43-9229-57CFF0A9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6CF7347-47BD-44FF-8114-A6BD873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162A3-3CE8-422A-8575-5CD235B54DC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Hull dimensions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overall, waterline length, beam and maximum draft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Sail area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sail area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Build year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year of construction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 type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Hull and rigging categories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163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A8939CE-BAC1-41F4-BBEB-55D6DAB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0A22A6-0EB1-4CF9-A9EF-397B604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BD048D-9331-4484-936A-514E7AF2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5C2DB9-55CD-410F-8530-C4A9678A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5E5D93A-8DE1-4EAE-B6AC-A44A8F3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DEA82C4-2B13-4DCC-B82D-763897A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80/20 split with seed 42. Training contains 5,966 records and testing contains 1,492 records. The common encoded matrix has 19 features.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A532CD-4FA8-4D74-A31E-3D6AE0E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136380B-CF6F-496E-AB0E-E4116CB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5C95D1D-2E19-4C25-A0D1-1B415322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C192AB3-4FFE-47B7-8ADF-85F8FD9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partition is separate from the rows used to fit each model.</a:t>
            </a:r>
          </a:p>
        </p:txBody>
      </p:sp>
    </p:spTree>
    <p:extLst>
      <p:ext uri="{BB962C8B-B14F-4D97-AF65-F5344CB8AC3E}">
        <p14:creationId xmlns:p14="http://schemas.microsoft.com/office/powerpoint/2010/main" val="1856165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1D83035-C75E-4B64-9214-9F40F32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075B1A-22E3-4E6C-8961-1C4F569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D204AB-414E-4E28-AE39-852EAB7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5CA01E5-05CE-4587-A89F-AF578D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91502-DE3B-4E96-A4F4-33683FB1FAE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417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A15E295-3538-4966-8C43-B0C4A49A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CC5901-AF0D-4A3F-8BBE-C055044F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998045-521B-4BA9-A1DB-A8689934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819CF5-C49D-4A6B-8EB1-F2D2EE62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D9D2-B535-4A7D-A189-52A6CDE3695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088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F5F5052-79CD-4CF4-8D66-2EFF8D21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468971-1399-4280-8A33-E931048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247C31-0106-428A-AA9A-A6BB835E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096D7AA-08A8-4D82-B851-0476D03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E7A2F-924D-4C12-BA77-AE95BBD59C9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66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BA66CF1-4C69-45FE-8CD8-222AAC3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F3F0AD-F8A0-4B8D-8AF1-E1D50F2A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6A020F-AB19-49F9-AA60-1F85580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4BDC2D-AEC7-4669-850E-B7C12E9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A73E7-8D45-4894-AE78-3F2080B91F3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415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B98B5B0-F7C3-46AF-9A5C-E6639C4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7B242E-5EE7-4F09-B042-4B4C04B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01B8CF-AA97-4480-AD2F-A42082C4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77F3CF4-23AF-43CA-9C75-583A556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DD9B33-1C54-4045-8B1B-62CFE231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72CD0E-9C88-46E2-BF23-461DF9C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149372-6169-4AA7-ACB2-8F3D61B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8EC7DD-BED7-4FEB-A888-648283A4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ECE3CF-1B59-4937-B220-00C36594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0CD5BA9-7699-43B0-BB0D-7390DFA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5392C7A-9DDB-4B18-B1CD-A4FB7A1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0.2446 and MAE 0.1693. It has the best observed test score.</a:t>
            </a:r>
          </a:p>
        </p:txBody>
      </p:sp>
    </p:spTree>
    <p:extLst>
      <p:ext uri="{BB962C8B-B14F-4D97-AF65-F5344CB8AC3E}">
        <p14:creationId xmlns:p14="http://schemas.microsoft.com/office/powerpoint/2010/main" val="858548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C42815C-CEFD-43DD-9F6C-C526F5E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C05BB2-BF72-4863-A249-425E22A1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E204E3-E409-4775-9764-455C42F9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623A55-BB26-49E1-8ECE-35C47E3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E5E72-8905-4DAB-9D7A-6FD626F70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5e3faae53415b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6B9069D-06F2-47EC-B7F2-DB913EA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96922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CC572F6-2526-476A-80EB-4195D71D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0BB7ED4-2AE4-456B-9442-AAA27DA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F5085B-7D82-436E-81EB-7FED832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F368A4-9E3F-4BBC-927B-418B640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249DC-2D1B-4DF7-AFFD-3F04DA776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3292cc17b4ffd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7BB015B-8B9F-42CB-81D3-48E87BED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Stacking has lower RMSE than XGBoost across the 95% resampling interval.</a:t>
            </a:r>
          </a:p>
        </p:txBody>
      </p:sp>
    </p:spTree>
    <p:extLst>
      <p:ext uri="{BB962C8B-B14F-4D97-AF65-F5344CB8AC3E}">
        <p14:creationId xmlns:p14="http://schemas.microsoft.com/office/powerpoint/2010/main" val="1040787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CA8FFB8-6525-4791-9861-14BE1207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A4B19E-7479-45A5-952A-117AEC4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F70594-44FE-4835-BA04-1794F17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41C9C01-B00D-4D36-8B14-92F9868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27F59-DF3D-4C17-9499-A7DE99AA7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dd7fd3c2c4461"/>
          <a:stretch xmlns:a="http://schemas.openxmlformats.org/drawingml/2006/main"/>
        </p:blipFill>
        <p:spPr>
          <a:xfrm xmlns:a="http://schemas.openxmlformats.org/drawingml/2006/main">
            <a:off x="3086051" y="1762125"/>
            <a:ext cx="601989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5230FE6-0B67-4040-B521-4493DC28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Hull dimensions carry much of the size information. Their rankings can change when correlated features share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19099360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B4FFFFE-39F1-40D8-9996-4308133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4E831B-4A6C-4EB1-AB2B-A7E522A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Displacement error in kilograms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E79C33-9798-4BF1-8CC7-F6F17AF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C3FA7F8-C271-41C8-82EE-A63EC76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DD7D5-28A4-4A68-A3C6-2BD225EBA2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35d01275f4afe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13DE9FF-3AFF-47FE-ABA8-C3E22E51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Back-transformed stacking predictions: MAE about 874 kg and median relative error 12.1%.</a:t>
            </a:r>
          </a:p>
        </p:txBody>
      </p:sp>
    </p:spTree>
    <p:extLst>
      <p:ext uri="{BB962C8B-B14F-4D97-AF65-F5344CB8AC3E}">
        <p14:creationId xmlns:p14="http://schemas.microsoft.com/office/powerpoint/2010/main" val="1758636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D54002D-18DD-4EB8-A68D-1BB883E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EAA7E4-2969-48FE-A4DB-5A873763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Prediction errors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D0F894-2F35-461C-97E9-ADEC9CF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8EA96E-1BFF-43E3-BDE5-3D2D73E4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E63CF-B846-47AC-9632-CF464C23C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45249fe4a4cb8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1E81CCE-53C5-42FC-BB90-93A534F0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Residual = prediction − actual. Positive residuals indicate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2535257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5973F59-7833-4B63-9CA9-7B01BC4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2FD1C4-F7CF-46E8-9C54-4474A4F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D658B6-7480-459C-9813-851F0FF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E4B59BA-51A4-4B03-A540-34322F4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DDB3B-0A97-44AE-9CC5-EE441B7C574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1.2193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-0.000004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938BECC-E96C-4D9B-8E56-18422AD5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log1p(kg).</a:t>
            </a:r>
          </a:p>
        </p:txBody>
      </p:sp>
    </p:spTree>
    <p:extLst>
      <p:ext uri="{BB962C8B-B14F-4D97-AF65-F5344CB8AC3E}">
        <p14:creationId xmlns:p14="http://schemas.microsoft.com/office/powerpoint/2010/main" val="5452590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478EA0A-2320-45CE-AD16-2116024B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4B442DC-A144-45CE-8578-E2F0B38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8345D7-506E-4A90-BDA5-AC262B87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B0DA79-C5E4-4577-8A82-5C967F49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EEA00B-CAE7-4D60-A5C3-6B72E79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accuracy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5956E7B-E69C-4815-8B77-4F061B86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reduces log RMSE by 45.5% versus OLS and by 0.9% versus XGBoost.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85A6835-BC55-49C2-B9CF-194C9586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Error in kilograms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2BD434-86A1-48CE-887D-D42DFEF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MAE is about 874 kg. Median relative error is 12.1%, and the 90th percentile is 37.0%.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ECD4F59-64B1-4744-8C93-9375F3C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8563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Generalization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6BF4C4-087A-4A2F-886D-2B02F631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Keep related designs or manufacturers together in validation and compare errors across vessel sizes.</a:t>
            </a:r>
          </a:p>
        </p:txBody>
      </p:sp>
    </p:spTree>
    <p:extLst>
      <p:ext uri="{BB962C8B-B14F-4D97-AF65-F5344CB8AC3E}">
        <p14:creationId xmlns:p14="http://schemas.microsoft.com/office/powerpoint/2010/main" val="12625348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4A57E89-5890-49D9-998E-1ED3AA8B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C5FE0D-4058-4413-9284-7AC1767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566EAC0-C85B-4EC4-A90B-4EAD3C64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8B151B-62C3-49B2-AC99-8816B1F9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419F-661F-4FC3-A773-76B73E90EDC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Complete-case filtering retains 85.0% of the source 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Related designs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Variants from the same family may cross a random split.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 transformation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Exponentiating a log prediction does not generally give an unbiased mean in kilograms.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Size extremes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Small craft and large yachts need separate error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4048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170CB16-F91F-4D64-AD91-D9C0DB8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76740E-078B-4705-9A77-39552E9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FB2033-3958-496A-A1B0-BB91403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42CE0C-9100-4C33-AE88-CCBA27F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E64CE-66F8-4D27-8EF7-A5E27C82A65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Design-family split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related boat models or manufacturers before validation.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on unseen design families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 log dimensions and compare an explicit volume proxy.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physical scaling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Missing-data study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imputation with complete-case filtering.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Broader coverage with stable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expansion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 kg MAE and relative error by size band alongside log RMSE.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error across boat sizes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7561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15D1AD1-1AC9-478B-A39A-43F9CAF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10FAD5-E8A5-448B-99D6-A4FA6E2D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B3EE75-4235-42FB-95FD-A9F864B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CF4414-A530-489E-A423-32277BA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02974F5-FFB1-4239-917F-0685B32A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gives a small accuracy gain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3BB416-1F9A-4EA2-825E-1930A76C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0.2446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B6DE8C0-3699-470B-9A99-9A51FD0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is a close, simpler alternative. Validate the gain across vessel families and inspect errors in kilograms before choosing a model.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2642075-7A89-4AAB-803A-49F75F3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850115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C2897A4-A579-48E0-B7D5-53CF9BA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2ED768-6D30-4449-A49E-7E870C2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306A46-1063-4C8B-9B0E-34AE3DD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28052A-65BA-4AAD-AB51-CE65855F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3E938-E0E3-4392-8304-AAA10F1D8A2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 root of mean 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Ranks models and emphasizes large misses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absolute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Describes typical error magnitude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predicting the test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explained variation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errors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by target range or time group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Locates concentrated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267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7FA9069-6928-4E01-AE2E-577B9D44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444D11-F6BE-4FD6-ABBC-38BEBD88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BB7505-60F5-4D45-8856-755B078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BB1A482-0E3D-436A-9780-24DF2AC6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89D26-2466-4EC3-A670-724FF96B8A1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2507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A42CA9B-1455-4A06-840E-80A1DA5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80C5E5-9036-4790-9F13-D4DC2D5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09DC87-0870-4401-986A-901ADE8D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20CF5A-F8F6-4BE2-92CF-0178B686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53067-802D-4D97-BA8F-F14BF2C894B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7480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F709369-50E2-4755-8D63-A08759A8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8B3F41-060A-470E-9F7E-2B080E2A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0DC0C0-C74B-4D98-9DDE-0153ED2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42AF80-3150-4DFD-8437-AF0B4D2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A6FC66-A749-467F-A074-E677D39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40D816-E5A5-40AA-921B-11D2C62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OLS and Ridge have nearly identical RMSE. Lasso and Elastic Net have higher errors under the selected penalties.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6AB19F-D406-4703-97E1-DC3541C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B25BF5-51CA-4F3D-BFE0-A098C7C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Hull dimensions overlap. Coefficients describe conditional associations and can change sign when related dimensions enter together.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A8B3045-2C12-499A-876E-C9EA60B6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54DC404-B387-43B1-94AD-B00BFA61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log-transformed dimensions with a physical volume model and validate by design family.</a:t>
            </a:r>
          </a:p>
        </p:txBody>
      </p:sp>
    </p:spTree>
    <p:extLst>
      <p:ext uri="{BB962C8B-B14F-4D97-AF65-F5344CB8AC3E}">
        <p14:creationId xmlns:p14="http://schemas.microsoft.com/office/powerpoint/2010/main" val="15477138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0B8080B-81DA-4E66-B3FF-5465CC6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E88EA9-54B3-4272-8539-97A26F8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41937FE-A57C-4C5B-9E96-2647FDF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355E7C-517F-4E45-BC3D-017CFF1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942B6-F2B5-4B36-873C-0A8CB2081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e1342e3be4a9c"/>
          <a:stretch xmlns:a="http://schemas.openxmlformats.org/drawingml/2006/main"/>
        </p:blipFill>
        <p:spPr>
          <a:xfrm xmlns:a="http://schemas.openxmlformats.org/drawingml/2006/main">
            <a:off x="3086051" y="1762125"/>
            <a:ext cx="601989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CC8026E-8B3B-41CC-A0B9-5A3F35D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7713716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6C93D27-9B54-4427-9A07-CA3B3536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E726EC-38F0-4E2E-8A8D-37F5A601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E6E10D-8968-497A-A3FE-6F7B2BAB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C51C3E-3A1E-42F8-8AB9-2B9EA82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39D32-473F-4CA1-ACF6-163A4F867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83a1c0783473f"/>
          <a:stretch xmlns:a="http://schemas.openxmlformats.org/drawingml/2006/main"/>
        </p:blipFill>
        <p:spPr>
          <a:xfrm xmlns:a="http://schemas.openxmlformats.org/drawingml/2006/main">
            <a:off x="3386402" y="1762125"/>
            <a:ext cx="5419196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34B6DFB-1B96-47A8-8F80-8F0CCF7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2264970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95E6B14-C141-44C6-B58F-451862B8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CDDEA2-77A0-4ACC-8323-E4543CD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5A97F2-BA8A-4F8A-A6BB-BB64637D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BE7758-2790-4B86-9E23-03B317C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E10B7-7302-4CC5-A43B-2A777CDC2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df02f8214ca4"/>
          <a:stretch xmlns:a="http://schemas.openxmlformats.org/drawingml/2006/main"/>
        </p:blipFill>
        <p:spPr>
          <a:xfrm xmlns:a="http://schemas.openxmlformats.org/drawingml/2006/main">
            <a:off x="3198109" y="1762125"/>
            <a:ext cx="579578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6A051CF-E704-4B14-962E-DA6EAEC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17854532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55256E5-0FAB-419F-9DAA-28334034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8820F5-CEC1-4924-80ED-567B393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83EF2F-6261-45E0-9081-2F494E46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B4835C-E7CB-44E4-9A9E-6AAD25A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890C1-FF21-4862-80EB-DD40468A7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d9ff22ff649df"/>
          <a:stretch xmlns:a="http://schemas.openxmlformats.org/drawingml/2006/main"/>
        </p:blipFill>
        <p:spPr>
          <a:xfrm xmlns:a="http://schemas.openxmlformats.org/drawingml/2006/main">
            <a:off x="3086051" y="1762125"/>
            <a:ext cx="601989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F814344-49C2-4076-99A0-44ADE1D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Hull dimensions carry much of the size information. Their rankings can change when correlated features share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3180598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FD5D19F-43EF-4C1A-B6F0-648D8B3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937C661-4AF9-4774-A9A2-0E898F2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F76D74-C4D9-44E6-AB1F-71AC964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865445-D674-47F1-8D3D-839084ED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2B93C-2D23-4B52-9DBF-50AC598DE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053894c7b40fb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CE347FA-6EC1-4993-B3BF-29C9CCC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Hull dimensions carry much of the size information. Their rankings can change when correlated features share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14348673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B67FC03-F964-4447-89B8-8503A059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9D64CD-D278-470F-B87C-EB1682C8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3C11C8-537F-46E2-8F37-9651EC03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89B9831-06E5-4581-A1C8-13FD31DA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71C97-039A-45AA-9694-48AD12623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6c7457379403b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F066B37-23AB-4607-A048-D2B0AB1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Hull dimensions carry much of the size information. Their rankings can change when correlated features share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10994038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3B5C2CF-6283-4F39-9309-AAE25AC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554BF5-DF8A-401F-B09C-8041149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4FA344-7F20-40F6-BA74-0F011C86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B9A68BB-F275-458E-8E9F-560597A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7222-51DA-49F2-82D0-A57177D7E38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(3.4330000000000003, 7.502]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0.0556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(7.502, 8.408]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-0.0201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(8.408, 9.009]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Q4: (9.009, 11.435]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-0.0321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E72E955-6C39-4C30-8F14-A087149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Stacking. Mean error = prediction − actual. Units: log1p(kg).</a:t>
            </a:r>
          </a:p>
        </p:txBody>
      </p:sp>
    </p:spTree>
    <p:extLst>
      <p:ext uri="{BB962C8B-B14F-4D97-AF65-F5344CB8AC3E}">
        <p14:creationId xmlns:p14="http://schemas.microsoft.com/office/powerpoint/2010/main" val="9833007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F2E25C4-7A73-4A91-AA4A-4AE4873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4F2A4F-E8B4-498D-A4A4-1669831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289FF8-AF5A-47AF-A573-D1D48F65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7A1E62-2351-44DF-8738-476262BD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21D4C-63E3-493D-8962-E0B896DFBA9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Prediction scale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fitted target is log displacement. This is different from minimizing error in kilograms.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 transformation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exp(prediction) − 1 to return to kilograms. A mean estimate may need a bias adjustment.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Engineering use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 predictions as a design reference or data check. Verify vessel specifications for engineering decisions.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3384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8F3F7F3-C7BB-4740-9475-B2CF8F7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7CE266-94F1-47F8-A580-F60FD56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3D87FE-883A-492D-83DC-32255184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01EBF7-F6A2-4D0F-8AF8-B469F65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645CB7-9BA0-4D8D-B4EB-D672EFD1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E1B3620-B9BA-4346-935E-08A8DA05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AA964E-DF50-4D3E-9E6E-AFA2709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C83CF0F-7730-4C93-8EAF-94EEFFC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BDDBEE-A4D2-4913-B4CB-A103F7AD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AD65FE1-F7E3-4EB1-89A5-57CFE76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has the best observed score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17099971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1817C3D-27B9-41B3-BDF5-B60FA1C4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A04462-EEA9-43C8-837D-9C10EE8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04590E-59BC-4BB5-BBA6-EE12C601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C9F9861-2656-4638-98B1-63CB9AA7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4D5BCA0-FB28-4225-911F-BD812E4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878340A-4026-4074-B63C-C73CBD6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F947660-3D3B-4DDF-B7C9-FB06B45A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2D7A596-00C1-49DA-98CE-74114A53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D43A501-3ED0-4B19-93B4-E3D55CE3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E300F5D-6B06-411B-B8BA-A2A0A4D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22188310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9E5BE49-4583-4E11-A258-A8A7B267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9EC0E0-A9B1-482E-8BFE-08612FB1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71639E-5B9F-44D5-8EC9-D85953EE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FC5F7C-87EA-4692-BF2E-AE7D768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75719F-BC58-47E5-8BA2-8F13810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transform displacement?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9B6ADFE-B8CA-4721-875C-8B7AFBC1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Boat sizes span several orders of magnitude. Log errors give greater emphasis to proportional accuracy across that range.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965D79-CA42-4FBD-AAA2-0D8B9477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Does exponentiating give mean displacement?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7BD0446-6D7A-47BC-AB34-46516E4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Exponentiating a predicted log target can produce a biased mean in kilograms. Evaluate the back-transformed errors and test a bias adjustment if mean kilograms is the goal.</a:t>
            </a:r>
          </a:p>
        </p:txBody>
      </p:sp>
    </p:spTree>
    <p:extLst>
      <p:ext uri="{BB962C8B-B14F-4D97-AF65-F5344CB8AC3E}">
        <p14:creationId xmlns:p14="http://schemas.microsoft.com/office/powerpoint/2010/main" val="40327869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9E7257B-65FC-4C75-83B6-8040AF6A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E67C67-320F-43CE-AC3D-536DBA8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6302B7-5EC8-41D5-84DC-AFC93C1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D8B894-2278-4775-92F8-4F97290C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D892AE-C5BE-4F8B-B36C-6AC6ABA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can a dimension have a negative coefficient?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BE1932-3A1D-4CB2-AC63-8BCF13E9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Hull dimensions overlap. A coefficient describes the fitted association while the other dimensions stay fixed.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CA0BD6A-49BF-4981-8515-99F26D47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would you test a new design family?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1407DCD-25F6-4F84-8885-A1A103E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Keep related models or manufacturers together in validation, then compare errors by size and hull type.</a:t>
            </a:r>
          </a:p>
        </p:txBody>
      </p:sp>
    </p:spTree>
    <p:extLst>
      <p:ext uri="{BB962C8B-B14F-4D97-AF65-F5344CB8AC3E}">
        <p14:creationId xmlns:p14="http://schemas.microsoft.com/office/powerpoint/2010/main" val="7341503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405AEE4-7E09-4077-8688-B05968DE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BAB7BE-C413-433B-A723-0634C951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Displacement predictions on both scales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6B2E36-F271-4B24-8DD4-98A7E6B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517BD3-8BE0-426E-86D3-FB633CB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B2490-7168-4E15-A6B1-5AF1ACBE5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36ee212c4534"/>
          <a:stretch xmlns:a="http://schemas.openxmlformats.org/drawingml/2006/main"/>
        </p:blipFill>
        <p:spPr>
          <a:xfrm xmlns:a="http://schemas.openxmlformats.org/drawingml/2006/main">
            <a:off x="1759618" y="1762125"/>
            <a:ext cx="867276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0060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B18133A-864B-4631-873D-6E1AC58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8A69C9-4874-4298-8413-C69055B6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7C668AF-4BFA-436A-BD49-340B1873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FC0AA29-F331-4CC6-B758-4769BA26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579D7-1E5E-426B-914E-00FFF8378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9c69f6cc0404e"/>
          <a:stretch xmlns:a="http://schemas.openxmlformats.org/drawingml/2006/main"/>
        </p:blipFill>
        <p:spPr>
          <a:xfrm xmlns:a="http://schemas.openxmlformats.org/drawingml/2006/main">
            <a:off x="514350" y="2047346"/>
            <a:ext cx="1116330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86762B7-251D-4659-A139-6D03DCD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15477460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6797EDC-6912-4B90-B173-46684D5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F1C366-9093-49DE-82D6-6D009BB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All regression predictions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A13EBD-A3E3-4445-B331-34BB226F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91F96A-6426-44DA-A954-3CCEB28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1DC8A-BD14-4F1E-B1E3-B4092FB27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a3298611f4ada"/>
          <a:stretch xmlns:a="http://schemas.openxmlformats.org/drawingml/2006/main"/>
        </p:blipFill>
        <p:spPr>
          <a:xfrm xmlns:a="http://schemas.openxmlformats.org/drawingml/2006/main">
            <a:off x="1565384" y="1762125"/>
            <a:ext cx="906123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EA4CD94-6DA0-4A4E-B10B-9CE3DEA8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1632344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B2B74F6-D4F0-4F95-A796-304F8C4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34252D-6109-46FC-B493-4A3D72A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(1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5AED51-D61E-40F4-9C38-B4156DAB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AF47AA-29F7-4CAA-BF32-C434F8E4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7C02E-F566-4AB8-B890-A5F111E67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8514273d94c60"/>
          <a:stretch xmlns:a="http://schemas.openxmlformats.org/drawingml/2006/main"/>
        </p:blipFill>
        <p:spPr>
          <a:xfrm xmlns:a="http://schemas.openxmlformats.org/drawingml/2006/main">
            <a:off x="685800" y="1870837"/>
            <a:ext cx="3454400" cy="386880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AD99F-B502-4B1B-A1F7-7302E278E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0cf82445e4c68"/>
          <a:stretch xmlns:a="http://schemas.openxmlformats.org/drawingml/2006/main"/>
        </p:blipFill>
        <p:spPr>
          <a:xfrm xmlns:a="http://schemas.openxmlformats.org/drawingml/2006/main">
            <a:off x="4368800" y="1870837"/>
            <a:ext cx="3454400" cy="386880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E5CA9-0F2E-4BDC-A57E-E5019053E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c6e51e2474288"/>
          <a:stretch xmlns:a="http://schemas.openxmlformats.org/drawingml/2006/main"/>
        </p:blipFill>
        <p:spPr>
          <a:xfrm xmlns:a="http://schemas.openxmlformats.org/drawingml/2006/main">
            <a:off x="8051800" y="1872418"/>
            <a:ext cx="3454400" cy="3865638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A0CC19BD-D8B6-4C54-800C-CBBB8F32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LinearRegression, Ridge, Lasso.</a:t>
            </a:r>
          </a:p>
        </p:txBody>
      </p:sp>
    </p:spTree>
    <p:extLst>
      <p:ext uri="{BB962C8B-B14F-4D97-AF65-F5344CB8AC3E}">
        <p14:creationId xmlns:p14="http://schemas.microsoft.com/office/powerpoint/2010/main" val="2570085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EF20144-D73D-4164-AA46-E32CD43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AD8577-6DCC-413C-9362-4A57DEC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(2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25024C-6496-4654-B533-A1306EC6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A75FA29-1E30-4C71-A391-38D1A5D7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80633-1FE9-44F3-B671-1F7818281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1a048224941f4"/>
          <a:stretch xmlns:a="http://schemas.openxmlformats.org/drawingml/2006/main"/>
        </p:blipFill>
        <p:spPr>
          <a:xfrm xmlns:a="http://schemas.openxmlformats.org/drawingml/2006/main">
            <a:off x="685800" y="1870837"/>
            <a:ext cx="3454400" cy="386880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79C23-D6FD-4352-8A75-DF3D9469F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9af3f43c6456b"/>
          <a:stretch xmlns:a="http://schemas.openxmlformats.org/drawingml/2006/main"/>
        </p:blipFill>
        <p:spPr>
          <a:xfrm xmlns:a="http://schemas.openxmlformats.org/drawingml/2006/main">
            <a:off x="4368800" y="1872418"/>
            <a:ext cx="3454400" cy="386563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E9545-08EA-4236-9C75-0DEEB8C6A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5d3b1a694330"/>
          <a:stretch xmlns:a="http://schemas.openxmlformats.org/drawingml/2006/main"/>
        </p:blipFill>
        <p:spPr>
          <a:xfrm xmlns:a="http://schemas.openxmlformats.org/drawingml/2006/main">
            <a:off x="8051800" y="1872418"/>
            <a:ext cx="3454400" cy="3865638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D8504654-9D05-417D-B29C-32844458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ElasticNet, MLP, KNN.</a:t>
            </a:r>
          </a:p>
        </p:txBody>
      </p:sp>
    </p:spTree>
    <p:extLst>
      <p:ext uri="{BB962C8B-B14F-4D97-AF65-F5344CB8AC3E}">
        <p14:creationId xmlns:p14="http://schemas.microsoft.com/office/powerpoint/2010/main" val="47723320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8B6A1DC-71ED-4626-83AD-9D41E3A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BD0325-6C1C-4A42-8BB7-9C7313DF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(3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48142D-E635-4F1A-902D-40910F7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6792039-51FF-4850-8013-CD68C30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3F9C4-3CF5-47EF-BF5F-26C1640B7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14cab20894779"/>
          <a:stretch xmlns:a="http://schemas.openxmlformats.org/drawingml/2006/main"/>
        </p:blipFill>
        <p:spPr>
          <a:xfrm xmlns:a="http://schemas.openxmlformats.org/drawingml/2006/main">
            <a:off x="685800" y="1870837"/>
            <a:ext cx="3454400" cy="386880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E62CE-F519-4EDF-B815-74FA38BBA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2707d532b40b0"/>
          <a:stretch xmlns:a="http://schemas.openxmlformats.org/drawingml/2006/main"/>
        </p:blipFill>
        <p:spPr>
          <a:xfrm xmlns:a="http://schemas.openxmlformats.org/drawingml/2006/main">
            <a:off x="4368800" y="1872418"/>
            <a:ext cx="3454400" cy="386563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01A48-E711-4FFE-90AB-11935446B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93ad84e1c458b"/>
          <a:stretch xmlns:a="http://schemas.openxmlformats.org/drawingml/2006/main"/>
        </p:blipFill>
        <p:spPr>
          <a:xfrm xmlns:a="http://schemas.openxmlformats.org/drawingml/2006/main">
            <a:off x="8051800" y="1872418"/>
            <a:ext cx="3454400" cy="3865638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F284895E-9F9B-4810-9AC6-B5FCD1BC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RandomForest, XGBoost, CatBoost.</a:t>
            </a:r>
          </a:p>
        </p:txBody>
      </p:sp>
    </p:spTree>
    <p:extLst>
      <p:ext uri="{BB962C8B-B14F-4D97-AF65-F5344CB8AC3E}">
        <p14:creationId xmlns:p14="http://schemas.microsoft.com/office/powerpoint/2010/main" val="204631982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197B14D-BF4A-4B75-AA80-AF4C778A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195FA44-11D8-46D4-BF22-D8CB999E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(4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CCFDA56-AD54-45D1-8D8C-83479A20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369FBA-4143-425C-BDEC-86EF91DB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B1F0-DADE-4217-9EFF-CF9FFDA57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ac9aaa7549ce"/>
          <a:stretch xmlns:a="http://schemas.openxmlformats.org/drawingml/2006/main"/>
        </p:blipFill>
        <p:spPr>
          <a:xfrm xmlns:a="http://schemas.openxmlformats.org/drawingml/2006/main">
            <a:off x="4254723" y="1743075"/>
            <a:ext cx="3682553" cy="41243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825BACD-881D-4AD1-B1EE-06FFF21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LightGBM.</a:t>
            </a:r>
          </a:p>
        </p:txBody>
      </p:sp>
    </p:spTree>
    <p:extLst>
      <p:ext uri="{BB962C8B-B14F-4D97-AF65-F5344CB8AC3E}">
        <p14:creationId xmlns:p14="http://schemas.microsoft.com/office/powerpoint/2010/main" val="48688331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7B8DD76-F688-406B-9F87-B1D949A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7E52452-A5EA-4C11-9377-3082378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5DF61B-014F-44C7-9D67-74EF7CE9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D25B8DA-F8C6-4541-94B1-C1321D7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49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7883A-28CB-40A1-A7FA-F002F34AC80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0.2542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8758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C8A14BF-B675-402C-ADE6-066E2D35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B2CFBF-A961-4B80-91DF-FB85442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0DBED2-EF6C-401E-A591-E2703F57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0B268D-7739-4C2F-A8C6-30AA561A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50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8571-F2D8-44B9-AF7B-6C2A3639260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41779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EEB593F-2421-409F-A270-2AAE549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F2B460-BB15-49A8-AE3F-3216A26F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32C81D-A060-46F6-AD2D-B6A5D28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93D61D-B9B5-4C79-A54B-820EB37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764D1-2A49-4081-86EE-0F7E8E1147D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6A22551-7B07-4830-8246-D548EA8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91797857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17F9418-5EF5-49B5-816C-0DBF791C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9100BBB-444E-474A-BD63-CFA4FEF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CE9FC1B-F312-4F08-BB04-87619E8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A3A9B8-65FE-45FD-8E75-3547E30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52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FEA5F-E665-415A-ACA9-1D02A794F92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40424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B65E3E5-93E9-430C-9908-2ACEBF3A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CC3468-3D64-4855-978F-D6D2E1D2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BD1A66-EF29-4A51-9707-EC9DB1EE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5B811D-9CE4-4BCF-AE23-2D0493D2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6832B-CC9A-43D7-937A-6C485713B49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2703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0926C804-2E03-463D-B10E-073B7E8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532B36-F1BB-4C2B-A377-637F683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7772F8-7103-4803-90F2-A1B8036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Sailing Boat Displacement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69EFF6-ADDF-4FDD-A386-7867809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54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00C9B2-4423-4E64-9F0A-A056446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D4211B5-8ADA-41DD-98C9-F482D0E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Boat specifications and source links in the notebook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C76D388-6440-4B16-8065-E548F789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E6568D-C39F-4CAF-A7B0-AEDA48F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482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sailing_boats_tutorial.ipynb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6771E6-1C3E-48EB-A289-79F0F4C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2F59743-7AE7-4A23-B09F-E076E12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C796AEC-670B-4E4B-B76C-7C1C1D4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8B04712-CD61-4DA4-AD07-7D082884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909291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2026-10-19T13:17:28.3940000Z</dcterms:created>
  <dcterms:modified xsi:type="dcterms:W3CDTF">2026-10-19T13:17:28.3940000Z</dcterms:modified>
</coreProperties>
</file>